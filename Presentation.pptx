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Forecasting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</a:t>
            </a:r>
          </a:p>
          <a:p/>
          <a:p>
            <a:r>
              <a:t>Hemasri Koluturi</a:t>
            </a:r>
          </a:p>
          <a:p>
            <a:r>
              <a:t>Machine Learning Domain</a:t>
            </a:r>
          </a:p>
          <a:p>
            <a:r>
              <a:t>Google Colab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forecasting helps businesses predict future demand.</a:t>
            </a:r>
          </a:p>
          <a:p>
            <a:pPr lvl="1"/>
            <a:r>
              <a:t>Supports inventory management and marketing planning.</a:t>
            </a:r>
          </a:p>
          <a:p>
            <a:pPr lvl="1"/>
            <a:r>
              <a:t>Machine Learning improves prediction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Uncertainty in predicting future sales.</a:t>
            </a:r>
          </a:p>
          <a:p>
            <a:pPr lvl="1"/>
            <a:r>
              <a:t>Traditional methods lack accuracy.</a:t>
            </a:r>
          </a:p>
          <a:p>
            <a:pPr lvl="1"/>
            <a:r>
              <a:t>Need for data-driven predictive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 months of sales data.</a:t>
            </a:r>
          </a:p>
          <a:p>
            <a:pPr lvl="1"/>
            <a:r>
              <a:t>Features: Month, Advertising Spend, Price.</a:t>
            </a:r>
          </a:p>
          <a:p>
            <a:pPr lvl="1"/>
            <a:r>
              <a:t>Target Variable: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 Analysis</a:t>
            </a:r>
          </a:p>
        </p:txBody>
      </p:sp>
      <p:pic>
        <p:nvPicPr>
          <p:cNvPr id="3" name="Picture 2" descr="598F60AE-72E2-41BE-9EC8-59440922AA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80129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 -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interpretable regression model.</a:t>
            </a:r>
          </a:p>
          <a:p>
            <a:pPr lvl="1"/>
            <a:r>
              <a:t>80% training data, 20% testing data.</a:t>
            </a:r>
          </a:p>
          <a:p>
            <a:pPr lvl="1"/>
            <a:r>
              <a:t>Predicts sales based on advertising spend and price.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Absolute Error (MAE): 224.19</a:t>
            </a:r>
          </a:p>
          <a:p>
            <a:pPr lvl="1"/>
            <a:r>
              <a:t>Mean Squared Error (MSE): 69843.81</a:t>
            </a:r>
          </a:p>
          <a:p>
            <a:pPr lvl="1"/>
            <a:r>
              <a:t>Indicates moderate prediction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Advertising spend positively impacts sales.</a:t>
            </a:r>
          </a:p>
          <a:p>
            <a:pPr lvl="1"/>
            <a:r>
              <a:t>Pricing influences demand levels.</a:t>
            </a:r>
          </a:p>
          <a:p>
            <a:pPr lvl="1"/>
            <a:r>
              <a:t>Forecasting helps optimize inventory.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marketing during low-demand months.</a:t>
            </a:r>
          </a:p>
          <a:p>
            <a:pPr lvl="1"/>
            <a:r>
              <a:t>Optimize pricing strategies.</a:t>
            </a:r>
          </a:p>
          <a:p>
            <a:pPr lvl="1"/>
            <a:r>
              <a:t>Continuously retrain model with updated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enables data-driven forecasting.</a:t>
            </a:r>
          </a:p>
          <a:p>
            <a:pPr lvl="1"/>
            <a:r>
              <a:t>Model achieved MAE: 224.19 and MSE: 69843.81.</a:t>
            </a:r>
          </a:p>
          <a:p>
            <a:pPr lvl="1"/>
            <a:r>
              <a:t>Supports informed strategic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